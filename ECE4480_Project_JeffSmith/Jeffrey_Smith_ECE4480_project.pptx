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12"/>
  </p:notesMasterIdLst>
  <p:handoutMasterIdLst>
    <p:handoutMasterId r:id="rId13"/>
  </p:handoutMasterIdLst>
  <p:sldIdLst>
    <p:sldId id="256" r:id="rId2"/>
    <p:sldId id="551" r:id="rId3"/>
    <p:sldId id="552" r:id="rId4"/>
    <p:sldId id="553" r:id="rId5"/>
    <p:sldId id="554" r:id="rId6"/>
    <p:sldId id="555" r:id="rId7"/>
    <p:sldId id="556" r:id="rId8"/>
    <p:sldId id="558" r:id="rId9"/>
    <p:sldId id="557" r:id="rId10"/>
    <p:sldId id="292" r:id="rId11"/>
  </p:sldIdLst>
  <p:sldSz cx="12192000" cy="6858000"/>
  <p:notesSz cx="7019925" cy="93059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5CC5E8-45C7-43E0-9405-80FB64CFAA55}" v="3" dt="2026-04-29T01:30:10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4" autoAdjust="0"/>
    <p:restoredTop sz="94699" autoAdjust="0"/>
  </p:normalViewPr>
  <p:slideViewPr>
    <p:cSldViewPr>
      <p:cViewPr varScale="1">
        <p:scale>
          <a:sx n="103" d="100"/>
          <a:sy n="103" d="100"/>
        </p:scale>
        <p:origin x="8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5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Smith" userId="51dd4910920cefdb" providerId="LiveId" clId="{11ED8451-8272-4C91-B2E3-63B992309CE3}"/>
    <pc:docChg chg="undo custSel addSld modSld">
      <pc:chgData name="Jeff Smith" userId="51dd4910920cefdb" providerId="LiveId" clId="{11ED8451-8272-4C91-B2E3-63B992309CE3}" dt="2026-05-01T01:56:39.708" v="47" actId="680"/>
      <pc:docMkLst>
        <pc:docMk/>
      </pc:docMkLst>
      <pc:sldChg chg="modSp mod">
        <pc:chgData name="Jeff Smith" userId="51dd4910920cefdb" providerId="LiveId" clId="{11ED8451-8272-4C91-B2E3-63B992309CE3}" dt="2026-04-29T01:30:10.551" v="8" actId="27636"/>
        <pc:sldMkLst>
          <pc:docMk/>
          <pc:sldMk cId="0" sldId="256"/>
        </pc:sldMkLst>
        <pc:spChg chg="mod">
          <ac:chgData name="Jeff Smith" userId="51dd4910920cefdb" providerId="LiveId" clId="{11ED8451-8272-4C91-B2E3-63B992309CE3}" dt="2026-04-29T01:30:10.551" v="8" actId="27636"/>
          <ac:spMkLst>
            <pc:docMk/>
            <pc:sldMk cId="0" sldId="256"/>
            <ac:spMk id="2050" creationId="{00000000-0000-0000-0000-000000000000}"/>
          </ac:spMkLst>
        </pc:spChg>
      </pc:sldChg>
      <pc:sldChg chg="modSp mod">
        <pc:chgData name="Jeff Smith" userId="51dd4910920cefdb" providerId="LiveId" clId="{11ED8451-8272-4C91-B2E3-63B992309CE3}" dt="2026-04-29T01:31:01.629" v="18" actId="207"/>
        <pc:sldMkLst>
          <pc:docMk/>
          <pc:sldMk cId="1416962961" sldId="551"/>
        </pc:sldMkLst>
        <pc:spChg chg="mod">
          <ac:chgData name="Jeff Smith" userId="51dd4910920cefdb" providerId="LiveId" clId="{11ED8451-8272-4C91-B2E3-63B992309CE3}" dt="2026-04-29T01:31:01.629" v="18" actId="207"/>
          <ac:spMkLst>
            <pc:docMk/>
            <pc:sldMk cId="1416962961" sldId="551"/>
            <ac:spMk id="2" creationId="{3D7A2132-F9BD-4638-99A5-106E1F6B21E9}"/>
          </ac:spMkLst>
        </pc:spChg>
      </pc:sldChg>
      <pc:sldChg chg="modSp mod">
        <pc:chgData name="Jeff Smith" userId="51dd4910920cefdb" providerId="LiveId" clId="{11ED8451-8272-4C91-B2E3-63B992309CE3}" dt="2026-04-29T01:31:29.474" v="24" actId="207"/>
        <pc:sldMkLst>
          <pc:docMk/>
          <pc:sldMk cId="671514671" sldId="552"/>
        </pc:sldMkLst>
        <pc:spChg chg="mod">
          <ac:chgData name="Jeff Smith" userId="51dd4910920cefdb" providerId="LiveId" clId="{11ED8451-8272-4C91-B2E3-63B992309CE3}" dt="2026-04-29T01:31:21.017" v="23" actId="255"/>
          <ac:spMkLst>
            <pc:docMk/>
            <pc:sldMk cId="671514671" sldId="552"/>
            <ac:spMk id="3" creationId="{53759EF2-367D-44BD-A8C9-093BC9ABBE4C}"/>
          </ac:spMkLst>
        </pc:spChg>
        <pc:spChg chg="mod">
          <ac:chgData name="Jeff Smith" userId="51dd4910920cefdb" providerId="LiveId" clId="{11ED8451-8272-4C91-B2E3-63B992309CE3}" dt="2026-04-29T01:30:10.477" v="7"/>
          <ac:spMkLst>
            <pc:docMk/>
            <pc:sldMk cId="671514671" sldId="552"/>
            <ac:spMk id="4" creationId="{89FFB278-1242-4569-9540-C7EDEBFD534A}"/>
          </ac:spMkLst>
        </pc:spChg>
        <pc:spChg chg="mod">
          <ac:chgData name="Jeff Smith" userId="51dd4910920cefdb" providerId="LiveId" clId="{11ED8451-8272-4C91-B2E3-63B992309CE3}" dt="2026-04-29T01:31:29.474" v="24" actId="207"/>
          <ac:spMkLst>
            <pc:docMk/>
            <pc:sldMk cId="671514671" sldId="552"/>
            <ac:spMk id="5" creationId="{33072431-B670-4445-8894-A38C472DA178}"/>
          </ac:spMkLst>
        </pc:spChg>
      </pc:sldChg>
      <pc:sldChg chg="modSp mod">
        <pc:chgData name="Jeff Smith" userId="51dd4910920cefdb" providerId="LiveId" clId="{11ED8451-8272-4C91-B2E3-63B992309CE3}" dt="2026-04-29T01:33:09.111" v="34" actId="255"/>
        <pc:sldMkLst>
          <pc:docMk/>
          <pc:sldMk cId="2902773954" sldId="553"/>
        </pc:sldMkLst>
        <pc:spChg chg="mod">
          <ac:chgData name="Jeff Smith" userId="51dd4910920cefdb" providerId="LiveId" clId="{11ED8451-8272-4C91-B2E3-63B992309CE3}" dt="2026-04-29T01:33:09.111" v="34" actId="255"/>
          <ac:spMkLst>
            <pc:docMk/>
            <pc:sldMk cId="2902773954" sldId="553"/>
            <ac:spMk id="3" creationId="{53759EF2-367D-44BD-A8C9-093BC9ABBE4C}"/>
          </ac:spMkLst>
        </pc:spChg>
        <pc:spChg chg="mod">
          <ac:chgData name="Jeff Smith" userId="51dd4910920cefdb" providerId="LiveId" clId="{11ED8451-8272-4C91-B2E3-63B992309CE3}" dt="2026-04-29T01:30:10.477" v="7"/>
          <ac:spMkLst>
            <pc:docMk/>
            <pc:sldMk cId="2902773954" sldId="553"/>
            <ac:spMk id="4" creationId="{89FFB278-1242-4569-9540-C7EDEBFD534A}"/>
          </ac:spMkLst>
        </pc:spChg>
        <pc:spChg chg="mod">
          <ac:chgData name="Jeff Smith" userId="51dd4910920cefdb" providerId="LiveId" clId="{11ED8451-8272-4C91-B2E3-63B992309CE3}" dt="2026-04-29T01:31:39.618" v="25" actId="207"/>
          <ac:spMkLst>
            <pc:docMk/>
            <pc:sldMk cId="2902773954" sldId="553"/>
            <ac:spMk id="5" creationId="{33072431-B670-4445-8894-A38C472DA178}"/>
          </ac:spMkLst>
        </pc:spChg>
      </pc:sldChg>
      <pc:sldChg chg="modSp mod">
        <pc:chgData name="Jeff Smith" userId="51dd4910920cefdb" providerId="LiveId" clId="{11ED8451-8272-4C91-B2E3-63B992309CE3}" dt="2026-04-29T01:32:59.627" v="33" actId="255"/>
        <pc:sldMkLst>
          <pc:docMk/>
          <pc:sldMk cId="484207137" sldId="554"/>
        </pc:sldMkLst>
        <pc:spChg chg="mod">
          <ac:chgData name="Jeff Smith" userId="51dd4910920cefdb" providerId="LiveId" clId="{11ED8451-8272-4C91-B2E3-63B992309CE3}" dt="2026-04-29T01:32:59.627" v="33" actId="255"/>
          <ac:spMkLst>
            <pc:docMk/>
            <pc:sldMk cId="484207137" sldId="554"/>
            <ac:spMk id="3" creationId="{53759EF2-367D-44BD-A8C9-093BC9ABBE4C}"/>
          </ac:spMkLst>
        </pc:spChg>
        <pc:spChg chg="mod">
          <ac:chgData name="Jeff Smith" userId="51dd4910920cefdb" providerId="LiveId" clId="{11ED8451-8272-4C91-B2E3-63B992309CE3}" dt="2026-04-29T01:30:10.477" v="7"/>
          <ac:spMkLst>
            <pc:docMk/>
            <pc:sldMk cId="484207137" sldId="554"/>
            <ac:spMk id="4" creationId="{89FFB278-1242-4569-9540-C7EDEBFD534A}"/>
          </ac:spMkLst>
        </pc:spChg>
        <pc:spChg chg="mod">
          <ac:chgData name="Jeff Smith" userId="51dd4910920cefdb" providerId="LiveId" clId="{11ED8451-8272-4C91-B2E3-63B992309CE3}" dt="2026-04-29T01:31:49.407" v="26" actId="207"/>
          <ac:spMkLst>
            <pc:docMk/>
            <pc:sldMk cId="484207137" sldId="554"/>
            <ac:spMk id="5" creationId="{33072431-B670-4445-8894-A38C472DA178}"/>
          </ac:spMkLst>
        </pc:spChg>
      </pc:sldChg>
      <pc:sldChg chg="modSp mod">
        <pc:chgData name="Jeff Smith" userId="51dd4910920cefdb" providerId="LiveId" clId="{11ED8451-8272-4C91-B2E3-63B992309CE3}" dt="2026-04-29T01:32:43.488" v="32" actId="255"/>
        <pc:sldMkLst>
          <pc:docMk/>
          <pc:sldMk cId="2481282434" sldId="555"/>
        </pc:sldMkLst>
        <pc:spChg chg="mod">
          <ac:chgData name="Jeff Smith" userId="51dd4910920cefdb" providerId="LiveId" clId="{11ED8451-8272-4C91-B2E3-63B992309CE3}" dt="2026-04-29T01:32:43.488" v="32" actId="255"/>
          <ac:spMkLst>
            <pc:docMk/>
            <pc:sldMk cId="2481282434" sldId="555"/>
            <ac:spMk id="3" creationId="{53759EF2-367D-44BD-A8C9-093BC9ABBE4C}"/>
          </ac:spMkLst>
        </pc:spChg>
        <pc:spChg chg="mod">
          <ac:chgData name="Jeff Smith" userId="51dd4910920cefdb" providerId="LiveId" clId="{11ED8451-8272-4C91-B2E3-63B992309CE3}" dt="2026-04-29T01:30:10.477" v="7"/>
          <ac:spMkLst>
            <pc:docMk/>
            <pc:sldMk cId="2481282434" sldId="555"/>
            <ac:spMk id="4" creationId="{89FFB278-1242-4569-9540-C7EDEBFD534A}"/>
          </ac:spMkLst>
        </pc:spChg>
        <pc:spChg chg="mod">
          <ac:chgData name="Jeff Smith" userId="51dd4910920cefdb" providerId="LiveId" clId="{11ED8451-8272-4C91-B2E3-63B992309CE3}" dt="2026-04-29T01:31:57.992" v="27" actId="207"/>
          <ac:spMkLst>
            <pc:docMk/>
            <pc:sldMk cId="2481282434" sldId="555"/>
            <ac:spMk id="5" creationId="{33072431-B670-4445-8894-A38C472DA178}"/>
          </ac:spMkLst>
        </pc:spChg>
      </pc:sldChg>
      <pc:sldChg chg="modSp mod">
        <pc:chgData name="Jeff Smith" userId="51dd4910920cefdb" providerId="LiveId" clId="{11ED8451-8272-4C91-B2E3-63B992309CE3}" dt="2026-04-29T01:35:20.026" v="46" actId="14100"/>
        <pc:sldMkLst>
          <pc:docMk/>
          <pc:sldMk cId="121082005" sldId="556"/>
        </pc:sldMkLst>
        <pc:spChg chg="mod">
          <ac:chgData name="Jeff Smith" userId="51dd4910920cefdb" providerId="LiveId" clId="{11ED8451-8272-4C91-B2E3-63B992309CE3}" dt="2026-04-29T01:34:40.407" v="38" actId="20577"/>
          <ac:spMkLst>
            <pc:docMk/>
            <pc:sldMk cId="121082005" sldId="556"/>
            <ac:spMk id="3" creationId="{53759EF2-367D-44BD-A8C9-093BC9ABBE4C}"/>
          </ac:spMkLst>
        </pc:spChg>
        <pc:spChg chg="mod">
          <ac:chgData name="Jeff Smith" userId="51dd4910920cefdb" providerId="LiveId" clId="{11ED8451-8272-4C91-B2E3-63B992309CE3}" dt="2026-04-29T01:30:10.477" v="7"/>
          <ac:spMkLst>
            <pc:docMk/>
            <pc:sldMk cId="121082005" sldId="556"/>
            <ac:spMk id="4" creationId="{89FFB278-1242-4569-9540-C7EDEBFD534A}"/>
          </ac:spMkLst>
        </pc:spChg>
        <pc:spChg chg="mod">
          <ac:chgData name="Jeff Smith" userId="51dd4910920cefdb" providerId="LiveId" clId="{11ED8451-8272-4C91-B2E3-63B992309CE3}" dt="2026-04-29T01:32:02.541" v="28" actId="207"/>
          <ac:spMkLst>
            <pc:docMk/>
            <pc:sldMk cId="121082005" sldId="556"/>
            <ac:spMk id="5" creationId="{33072431-B670-4445-8894-A38C472DA178}"/>
          </ac:spMkLst>
        </pc:spChg>
        <pc:picChg chg="mod">
          <ac:chgData name="Jeff Smith" userId="51dd4910920cefdb" providerId="LiveId" clId="{11ED8451-8272-4C91-B2E3-63B992309CE3}" dt="2026-04-29T01:35:20.026" v="46" actId="14100"/>
          <ac:picMkLst>
            <pc:docMk/>
            <pc:sldMk cId="121082005" sldId="556"/>
            <ac:picMk id="6" creationId="{8169982E-6D15-0E5D-2C89-6BDBE6EDAF54}"/>
          </ac:picMkLst>
        </pc:picChg>
        <pc:picChg chg="mod">
          <ac:chgData name="Jeff Smith" userId="51dd4910920cefdb" providerId="LiveId" clId="{11ED8451-8272-4C91-B2E3-63B992309CE3}" dt="2026-04-29T01:35:12.976" v="44" actId="14100"/>
          <ac:picMkLst>
            <pc:docMk/>
            <pc:sldMk cId="121082005" sldId="556"/>
            <ac:picMk id="8" creationId="{D688B1F9-6680-2749-AF9E-87FF024928E2}"/>
          </ac:picMkLst>
        </pc:picChg>
      </pc:sldChg>
      <pc:sldChg chg="modSp mod">
        <pc:chgData name="Jeff Smith" userId="51dd4910920cefdb" providerId="LiveId" clId="{11ED8451-8272-4C91-B2E3-63B992309CE3}" dt="2026-04-29T01:32:21.593" v="30" actId="255"/>
        <pc:sldMkLst>
          <pc:docMk/>
          <pc:sldMk cId="1013615039" sldId="557"/>
        </pc:sldMkLst>
        <pc:spChg chg="mod">
          <ac:chgData name="Jeff Smith" userId="51dd4910920cefdb" providerId="LiveId" clId="{11ED8451-8272-4C91-B2E3-63B992309CE3}" dt="2026-04-29T01:32:21.593" v="30" actId="255"/>
          <ac:spMkLst>
            <pc:docMk/>
            <pc:sldMk cId="1013615039" sldId="557"/>
            <ac:spMk id="3" creationId="{53759EF2-367D-44BD-A8C9-093BC9ABBE4C}"/>
          </ac:spMkLst>
        </pc:spChg>
        <pc:spChg chg="mod">
          <ac:chgData name="Jeff Smith" userId="51dd4910920cefdb" providerId="LiveId" clId="{11ED8451-8272-4C91-B2E3-63B992309CE3}" dt="2026-04-29T01:30:10.477" v="7"/>
          <ac:spMkLst>
            <pc:docMk/>
            <pc:sldMk cId="1013615039" sldId="557"/>
            <ac:spMk id="4" creationId="{89FFB278-1242-4569-9540-C7EDEBFD534A}"/>
          </ac:spMkLst>
        </pc:spChg>
        <pc:spChg chg="mod">
          <ac:chgData name="Jeff Smith" userId="51dd4910920cefdb" providerId="LiveId" clId="{11ED8451-8272-4C91-B2E3-63B992309CE3}" dt="2026-04-29T01:32:06.621" v="29" actId="207"/>
          <ac:spMkLst>
            <pc:docMk/>
            <pc:sldMk cId="1013615039" sldId="557"/>
            <ac:spMk id="5" creationId="{33072431-B670-4445-8894-A38C472DA178}"/>
          </ac:spMkLst>
        </pc:spChg>
      </pc:sldChg>
      <pc:sldChg chg="new">
        <pc:chgData name="Jeff Smith" userId="51dd4910920cefdb" providerId="LiveId" clId="{11ED8451-8272-4C91-B2E3-63B992309CE3}" dt="2026-05-01T01:56:39.708" v="47" actId="680"/>
        <pc:sldMkLst>
          <pc:docMk/>
          <pc:sldMk cId="2836924673" sldId="55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650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6688" y="0"/>
            <a:ext cx="3041650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3465E86-21EA-408D-AEFB-032F2F2A7480}" type="datetimeFigureOut">
              <a:rPr lang="en-US"/>
              <a:pPr>
                <a:defRPr/>
              </a:pPr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9200"/>
            <a:ext cx="3041650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6688" y="8839200"/>
            <a:ext cx="3041650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A4D3552-E704-4044-8514-8E074B60D0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82091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16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6688" y="0"/>
            <a:ext cx="30416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9575" y="698500"/>
            <a:ext cx="6200775" cy="3489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9600"/>
            <a:ext cx="5616575" cy="418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200"/>
            <a:ext cx="30416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6688" y="8839200"/>
            <a:ext cx="30416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87" tIns="46644" rIns="93287" bIns="46644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B60918E-961E-4A44-A62F-6AC2B124CC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4512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7759CC2-D72B-423B-82CA-ED73A0326D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16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985D4-31DE-44D6-A133-975028912FA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9996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9651287-F678-4220-B066-2A36AC3CEF0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89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AEB5-C7DB-4A5F-ABB3-BF501FD451D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0355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0412-7A73-4AC8-8ECC-C2EC1BD24BE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091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0C306-3A42-421D-97CC-C64E4EA105E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9544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4BF3B-2D03-49DE-BC4E-2AB4D741B50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24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D595-FF72-4E25-9E6E-FF5BF2CF5DC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826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8D12B-9E1F-4E4A-B5BB-1412B426AD3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455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735A-ED51-4995-B1DD-B2BAE87624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028416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DD4735A-ED51-4995-B1DD-B2BAE87624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484454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DD4735A-ED51-4995-B1DD-B2BAE87624F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309783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DD4735A-ED51-4995-B1DD-B2BAE87624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46960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735A-ED51-4995-B1DD-B2BAE87624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553791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4735A-ED51-4995-B1DD-B2BAE87624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487859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14F6-A6D9-457D-81BA-22D421FA117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489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D2D2CBE-805B-4F95-BDCE-D3DE7FABBF1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093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4735A-ED51-4995-B1DD-B2BAE87624F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70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77974" y="119063"/>
            <a:ext cx="2155826" cy="304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1800" b="1" dirty="0">
                <a:solidFill>
                  <a:schemeClr val="accent2"/>
                </a:solidFill>
              </a:rPr>
              <a:t>ECE 4480/5480  </a:t>
            </a:r>
            <a:endParaRPr lang="en-US" altLang="en-US" sz="1800" dirty="0">
              <a:solidFill>
                <a:schemeClr val="accent2"/>
              </a:solidFill>
            </a:endParaRPr>
          </a:p>
        </p:txBody>
      </p:sp>
      <p:sp>
        <p:nvSpPr>
          <p:cNvPr id="2051" name="Rectangle 10"/>
          <p:cNvSpPr>
            <a:spLocks noChangeArrowheads="1"/>
          </p:cNvSpPr>
          <p:nvPr/>
        </p:nvSpPr>
        <p:spPr bwMode="auto">
          <a:xfrm>
            <a:off x="2209799" y="4125777"/>
            <a:ext cx="7772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 dirty="0"/>
              <a:t>Team J. Smith</a:t>
            </a:r>
          </a:p>
          <a:p>
            <a:pPr algn="ctr" eaLnBrk="1" hangingPunct="1"/>
            <a:r>
              <a:rPr lang="en-US" altLang="en-US" sz="2400" dirty="0"/>
              <a:t>Jeff Smith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1866900" y="1937718"/>
            <a:ext cx="8458201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8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Interactive Branch Predictor Simulation App</a:t>
            </a:r>
            <a:endParaRPr lang="en-US" altLang="ko-KR" sz="40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2053" name="Rectangle 12"/>
          <p:cNvSpPr>
            <a:spLocks noChangeArrowheads="1"/>
          </p:cNvSpPr>
          <p:nvPr/>
        </p:nvSpPr>
        <p:spPr bwMode="auto">
          <a:xfrm>
            <a:off x="7086601" y="142877"/>
            <a:ext cx="4724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b="1" dirty="0">
                <a:solidFill>
                  <a:schemeClr val="accent2"/>
                </a:solidFill>
              </a:rPr>
              <a:t>Computer Architecture and Design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237636"/>
            <a:ext cx="9144000" cy="6203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2132-F9BD-4638-99A5-106E1F6B2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endParaRPr lang="en-US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F16E46D-7B95-4CA8-9A95-65BEB58698AC}"/>
              </a:ext>
            </a:extLst>
          </p:cNvPr>
          <p:cNvSpPr txBox="1">
            <a:spLocks/>
          </p:cNvSpPr>
          <p:nvPr/>
        </p:nvSpPr>
        <p:spPr bwMode="auto">
          <a:xfrm>
            <a:off x="8077200" y="6537326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F430CF4-CB9F-4AAB-96D5-96EFA5DC9898}" type="slidenum">
              <a:rPr lang="ko-KR" altLang="en-US"/>
              <a:pPr>
                <a:defRPr/>
              </a:pPr>
              <a:t>2</a:t>
            </a:fld>
            <a:endParaRPr lang="en-US" altLang="ko-KR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1DB483-AD7E-4765-96E8-92C2C7D7E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752600"/>
            <a:ext cx="6858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600" b="1" kern="0" dirty="0"/>
              <a:t>Background and Motivation</a:t>
            </a:r>
          </a:p>
          <a:p>
            <a:pPr>
              <a:lnSpc>
                <a:spcPct val="110000"/>
              </a:lnSpc>
            </a:pPr>
            <a:r>
              <a:rPr lang="en-US" sz="2600" b="1" kern="0" dirty="0"/>
              <a:t>Problem Statement</a:t>
            </a:r>
          </a:p>
          <a:p>
            <a:pPr>
              <a:lnSpc>
                <a:spcPct val="110000"/>
              </a:lnSpc>
            </a:pPr>
            <a:r>
              <a:rPr lang="en-US" sz="2600" b="1" kern="0" dirty="0"/>
              <a:t>Main Ideas</a:t>
            </a:r>
          </a:p>
          <a:p>
            <a:pPr>
              <a:lnSpc>
                <a:spcPct val="110000"/>
              </a:lnSpc>
            </a:pPr>
            <a:r>
              <a:rPr lang="en-US" sz="2600" b="1" kern="0" dirty="0"/>
              <a:t>Experimental Methodology</a:t>
            </a:r>
          </a:p>
          <a:p>
            <a:pPr>
              <a:lnSpc>
                <a:spcPct val="110000"/>
              </a:lnSpc>
            </a:pPr>
            <a:r>
              <a:rPr lang="en-US" sz="2600" b="1" kern="0" dirty="0"/>
              <a:t>Results and Analysis</a:t>
            </a:r>
          </a:p>
          <a:p>
            <a:pPr>
              <a:lnSpc>
                <a:spcPct val="110000"/>
              </a:lnSpc>
            </a:pPr>
            <a:r>
              <a:rPr lang="en-US" sz="2600" b="1" kern="0" dirty="0"/>
              <a:t>Conclusion</a:t>
            </a:r>
          </a:p>
          <a:p>
            <a:pPr>
              <a:lnSpc>
                <a:spcPct val="110000"/>
              </a:lnSpc>
            </a:pPr>
            <a:r>
              <a:rPr lang="en-US" sz="2600" b="1" kern="0" dirty="0"/>
              <a:t>(Potential) Future work</a:t>
            </a:r>
          </a:p>
        </p:txBody>
      </p:sp>
    </p:spTree>
    <p:extLst>
      <p:ext uri="{BB962C8B-B14F-4D97-AF65-F5344CB8AC3E}">
        <p14:creationId xmlns:p14="http://schemas.microsoft.com/office/powerpoint/2010/main" val="1416962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072431-B670-4445-8894-A38C472D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Background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59EF2-367D-44BD-A8C9-093BC9AB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Desire to have a flexible app to analyze branch prediction results</a:t>
            </a:r>
          </a:p>
          <a:p>
            <a:r>
              <a:rPr lang="en-US" sz="2600" dirty="0"/>
              <a:t>How can I speed up the process?</a:t>
            </a:r>
          </a:p>
          <a:p>
            <a:r>
              <a:rPr lang="en-US" sz="2600" dirty="0"/>
              <a:t>Main Ideas</a:t>
            </a:r>
          </a:p>
          <a:p>
            <a:pPr lvl="1"/>
            <a:r>
              <a:rPr lang="en-US" sz="2600" dirty="0"/>
              <a:t>Interact with the user to define memory allocations</a:t>
            </a:r>
          </a:p>
          <a:p>
            <a:pPr lvl="1"/>
            <a:r>
              <a:rPr lang="en-US" sz="2600" dirty="0"/>
              <a:t>Recommend changes to memory allocation based on results</a:t>
            </a:r>
          </a:p>
          <a:p>
            <a:pPr lvl="1"/>
            <a:r>
              <a:rPr lang="en-US" sz="2600" dirty="0"/>
              <a:t>Track improvement</a:t>
            </a:r>
          </a:p>
          <a:p>
            <a:pPr lvl="1"/>
            <a:r>
              <a:rPr lang="en-US" sz="2600" dirty="0"/>
              <a:t>Speed Up Process programmatically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FB278-1242-4569-9540-C7EDEBFD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985D4-31DE-44D6-A133-975028912FAA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51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072431-B670-4445-8894-A38C472D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59EF2-367D-44BD-A8C9-093BC9AB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Current Branch Predictor</a:t>
            </a:r>
          </a:p>
          <a:p>
            <a:pPr lvl="1"/>
            <a:r>
              <a:rPr lang="en-US" sz="2600" dirty="0"/>
              <a:t>Needed to be rewritten to explore various memory allocations</a:t>
            </a:r>
          </a:p>
          <a:p>
            <a:pPr lvl="1"/>
            <a:r>
              <a:rPr lang="en-US" sz="2600" dirty="0"/>
              <a:t>No Historic Trending</a:t>
            </a:r>
          </a:p>
          <a:p>
            <a:pPr lvl="1"/>
            <a:r>
              <a:rPr lang="en-US" sz="2600" dirty="0"/>
              <a:t>No interactivity</a:t>
            </a:r>
          </a:p>
          <a:p>
            <a:pPr lvl="1"/>
            <a:r>
              <a:rPr lang="en-US" sz="2600" dirty="0"/>
              <a:t>No analysis of results</a:t>
            </a:r>
          </a:p>
          <a:p>
            <a:pPr lvl="1"/>
            <a:r>
              <a:rPr lang="en-US" sz="2600" dirty="0"/>
              <a:t>Too slow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FB278-1242-4569-9540-C7EDEBFD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985D4-31DE-44D6-A133-975028912FAA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2773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072431-B670-4445-8894-A38C472D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59EF2-367D-44BD-A8C9-093BC9AB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Describe main technical ideas and contributions</a:t>
            </a:r>
          </a:p>
          <a:p>
            <a:pPr lvl="1"/>
            <a:r>
              <a:rPr lang="en-US" sz="2600" dirty="0"/>
              <a:t>Prompt user for memory allocation</a:t>
            </a:r>
          </a:p>
          <a:p>
            <a:pPr lvl="1"/>
            <a:r>
              <a:rPr lang="en-US" sz="2600" dirty="0"/>
              <a:t>Track current and historical results</a:t>
            </a:r>
          </a:p>
          <a:p>
            <a:pPr lvl="1"/>
            <a:r>
              <a:rPr lang="en-US" sz="2600" dirty="0"/>
              <a:t>Analyze results and recommend changes to memory allocation for improved accuracy</a:t>
            </a:r>
          </a:p>
          <a:p>
            <a:pPr lvl="1"/>
            <a:r>
              <a:rPr lang="en-US" sz="2600" dirty="0"/>
              <a:t>Save analyzed data to .txt file</a:t>
            </a:r>
          </a:p>
          <a:p>
            <a:pPr lvl="1"/>
            <a:r>
              <a:rPr lang="en-US" sz="2600" dirty="0"/>
              <a:t>Use local variables to minimize dictionary use to improve speed</a:t>
            </a:r>
          </a:p>
          <a:p>
            <a:pPr lvl="1"/>
            <a:r>
              <a:rPr lang="en-US" sz="2600" dirty="0"/>
              <a:t>Parallelize functions to improve speed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FB278-1242-4569-9540-C7EDEBFD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985D4-31DE-44D6-A133-975028912FAA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207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072431-B670-4445-8894-A38C472D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Experimental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59EF2-367D-44BD-A8C9-093BC9AB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Which simulators, workloads, and metrics used?</a:t>
            </a:r>
          </a:p>
          <a:p>
            <a:r>
              <a:rPr lang="en-US" sz="2600" dirty="0"/>
              <a:t>Work Loads:</a:t>
            </a:r>
          </a:p>
          <a:p>
            <a:pPr lvl="1"/>
            <a:r>
              <a:rPr lang="en-US" sz="2600" dirty="0"/>
              <a:t>bzip2.tr, gzip.tr, twolf.tr, apsi.tr, crafty.tr, mcf.tr, vortex.tr, art.tr, gcc.tr, mesa.tr</a:t>
            </a:r>
          </a:p>
          <a:p>
            <a:r>
              <a:rPr lang="en-US" sz="2600" dirty="0"/>
              <a:t>Simulators:</a:t>
            </a:r>
          </a:p>
          <a:p>
            <a:pPr lvl="1"/>
            <a:r>
              <a:rPr lang="en-US" sz="2600" dirty="0"/>
              <a:t>Static Predictors, 1-Bit Predictor, Global 2-Bit Predictor, Local 2-Bit Predictor, </a:t>
            </a:r>
            <a:r>
              <a:rPr lang="en-US" sz="2600" dirty="0" err="1"/>
              <a:t>Gshare</a:t>
            </a:r>
            <a:r>
              <a:rPr lang="en-US" sz="2600" dirty="0"/>
              <a:t> Predictor, </a:t>
            </a:r>
            <a:r>
              <a:rPr lang="en-US" sz="2600" dirty="0" err="1"/>
              <a:t>Gskewed</a:t>
            </a:r>
            <a:r>
              <a:rPr lang="en-US" sz="2600" dirty="0"/>
              <a:t> Predictor, </a:t>
            </a:r>
          </a:p>
          <a:p>
            <a:r>
              <a:rPr lang="en-US" sz="2600" dirty="0"/>
              <a:t>Metrics</a:t>
            </a:r>
          </a:p>
          <a:p>
            <a:pPr lvl="1"/>
            <a:r>
              <a:rPr lang="en-US" sz="2600" dirty="0"/>
              <a:t>Accuray %, Avg Accuracy %, Global Avg Accuracy, Run Time, Accuracy Trend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FB278-1242-4569-9540-C7EDEBFD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985D4-31DE-44D6-A133-975028912FAA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282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072431-B670-4445-8894-A38C472D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59EF2-367D-44BD-A8C9-093BC9ABB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676399"/>
          </a:xfrm>
        </p:spPr>
        <p:txBody>
          <a:bodyPr>
            <a:normAutofit/>
          </a:bodyPr>
          <a:lstStyle/>
          <a:p>
            <a:r>
              <a:rPr lang="en-US" sz="2600" dirty="0"/>
              <a:t>Describe experimental results</a:t>
            </a:r>
          </a:p>
          <a:p>
            <a:pPr lvl="1"/>
            <a:r>
              <a:rPr lang="en-US" sz="2600" dirty="0"/>
              <a:t>Overall Results: More interactive, significantly more efficient</a:t>
            </a:r>
          </a:p>
          <a:p>
            <a:pPr lvl="1"/>
            <a:r>
              <a:rPr lang="en-US" sz="2600" dirty="0"/>
              <a:t>Actual Run Results: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FB278-1242-4569-9540-C7EDEBFD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985D4-31DE-44D6-A133-975028912FAA}" type="slidenum">
              <a:rPr lang="en-US" altLang="en-US" smtClean="0"/>
              <a:pPr/>
              <a:t>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9982E-6D15-0E5D-2C89-6BDBE6EDAF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895600"/>
            <a:ext cx="6705601" cy="388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88B1F9-6680-2749-AF9E-87FF02492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895600"/>
            <a:ext cx="5469924" cy="304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2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A3096-A684-0285-DDAD-2F7538414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2E0DB-78B1-40DD-FD0A-2589B7BDD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454D3-D267-CA5A-7E89-744877FE8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985D4-31DE-44D6-A133-975028912FAA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6924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072431-B670-4445-8894-A38C472DA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(Potential)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59EF2-367D-44BD-A8C9-093BC9AB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Describe any future works</a:t>
            </a:r>
          </a:p>
          <a:p>
            <a:pPr lvl="1"/>
            <a:r>
              <a:rPr lang="en-US" sz="2600" dirty="0"/>
              <a:t>On local computer could add </a:t>
            </a:r>
            <a:r>
              <a:rPr lang="en-US" sz="2600" dirty="0" err="1"/>
              <a:t>matlab</a:t>
            </a:r>
            <a:r>
              <a:rPr lang="en-US" sz="2600" dirty="0"/>
              <a:t> plotting to improve graphics</a:t>
            </a:r>
          </a:p>
          <a:p>
            <a:pPr lvl="1"/>
            <a:r>
              <a:rPr lang="en-US" sz="2600" dirty="0"/>
              <a:t>Potentially have application scroll up through memory allocation automatically until global results begin to outperform local.  That would allow best results with minimal memory allocation.</a:t>
            </a:r>
          </a:p>
          <a:p>
            <a:pPr lvl="1"/>
            <a:r>
              <a:rPr lang="en-US" sz="2600" dirty="0"/>
              <a:t>Expand data saved to text file to make it more comprehensive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FB278-1242-4569-9540-C7EDEBFD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985D4-31DE-44D6-A133-975028912FAA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61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295401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en-US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Questions?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38" y="5257801"/>
            <a:ext cx="2828925" cy="466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8990</TotalTime>
  <Words>334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Century Gothic</vt:lpstr>
      <vt:lpstr>Vapor Trail</vt:lpstr>
      <vt:lpstr>ECE 4480/5480  </vt:lpstr>
      <vt:lpstr>Contents</vt:lpstr>
      <vt:lpstr>Background and Motivation</vt:lpstr>
      <vt:lpstr>Problem Statement</vt:lpstr>
      <vt:lpstr>Main Ideas</vt:lpstr>
      <vt:lpstr>Experimental Methodology</vt:lpstr>
      <vt:lpstr>Results and Analysis</vt:lpstr>
      <vt:lpstr>PowerPoint Presentation</vt:lpstr>
      <vt:lpstr>(Potential) Future work</vt:lpstr>
      <vt:lpstr>Questions?</vt:lpstr>
    </vt:vector>
  </TitlesOfParts>
  <Company>Texas Instruments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EE3563   Digital Systems Design</dc:title>
  <dc:creator>a0866394</dc:creator>
  <cp:lastModifiedBy>Jeff Smith</cp:lastModifiedBy>
  <cp:revision>315</cp:revision>
  <cp:lastPrinted>2019-01-22T03:47:33Z</cp:lastPrinted>
  <dcterms:created xsi:type="dcterms:W3CDTF">2009-08-05T22:01:23Z</dcterms:created>
  <dcterms:modified xsi:type="dcterms:W3CDTF">2026-05-01T01:56:51Z</dcterms:modified>
</cp:coreProperties>
</file>